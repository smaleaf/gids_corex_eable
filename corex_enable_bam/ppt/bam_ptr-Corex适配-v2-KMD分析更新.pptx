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200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0000" y="1500000"/>
            <a:ext cx="11991365" cy="3800000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00" y="1500000"/>
            <a:ext cx="16000" cy="38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620000"/>
            <a:ext cx="1129136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bam_ptr 原生适配 Corex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380000"/>
            <a:ext cx="1129136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C5E8"/>
                </a:solidFill>
                <a:latin typeface="微软雅黑"/>
              </a:rPr>
              <a:t>BaM GPU-Initiated NVMe Framework — Architecture Analysis &amp; Porting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890000"/>
            <a:ext cx="1400000" cy="2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000" y="2915000"/>
            <a:ext cx="13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v2.0 KMD 分析更新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0000" y="2890000"/>
            <a:ext cx="9741365" cy="280000"/>
          </a:xfrm>
          <a:prstGeom prst="rect">
            <a:avLst/>
          </a:prstGeom>
          <a:solidFill>
            <a:srgbClr val="18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0000" y="2910000"/>
            <a:ext cx="969136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C5E8"/>
                </a:solidFill>
                <a:latin typeface="微软雅黑"/>
              </a:rPr>
              <a:t>关键发现：Corex KMD 已有完整 P2P API，适配可行性大幅提升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1B9D6"/>
                </a:solidFill>
                <a:latin typeface="微软雅黑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总适配项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8A4C"/>
                </a:solidFill>
                <a:latin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已可行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67B1E"/>
                </a:solidFill>
                <a:latin typeface="微软雅黑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需验证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0000" y="4700000"/>
            <a:ext cx="2700000" cy="900000"/>
          </a:xfrm>
          <a:prstGeom prst="rect">
            <a:avLst/>
          </a:prstGeom>
          <a:solidFill>
            <a:srgbClr val="183252"/>
          </a:solidFill>
          <a:ln w="25400">
            <a:solidFill>
              <a:srgbClr val="8A9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0000" y="4750000"/>
            <a:ext cx="25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A9BAA"/>
                </a:solidFill>
                <a:latin typeface="微软雅黑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0000" y="5130000"/>
            <a:ext cx="25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BED8"/>
                </a:solidFill>
                <a:latin typeface="微软雅黑"/>
              </a:rPr>
              <a:t>需开发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6500000"/>
            <a:ext cx="112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A6A9A"/>
                </a:solidFill>
                <a:latin typeface="微软雅黑"/>
              </a:rPr>
              <a:t>Iluvatar Corex 4.5.0  |  KMD分析：kmd/itr_p2p.c + kmd/itr_peer_mem/  | 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KMD 源码分析重大发现 — 适配 ⑥ 路径已确认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kmd/itr_p2p.c + kmd/itr_peer_mem/ source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4500000" cy="5900000"/>
          </a:xfrm>
          <a:prstGeom prst="rect">
            <a:avLst/>
          </a:prstGeom>
          <a:solidFill>
            <a:srgbClr val="E8F6FD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6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A9A"/>
                </a:solidFill>
                <a:latin typeface="微软雅黑"/>
              </a:rPr>
              <a:t>KMD 关键文件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020000"/>
            <a:ext cx="4450000" cy="270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00" y="1020000"/>
            <a:ext cx="15000" cy="27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0" y="1070000"/>
            <a:ext cx="431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E5A9A"/>
                </a:solidFill>
                <a:latin typeface="Consolas"/>
              </a:rPr>
              <a:t>kmd/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├── itr/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├── itr_p2p.c          ★ P2P API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├── itr_dma.c          ★ dma_map_resource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└── os_interface.c     ★ os_pci_bus_addr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├── itr_peer_mem/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├── itr_peer_mem.c     ★ acquire/get/dma_map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├── itr_peer_mem_user.c★ rdma_itr_p2p_*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└── fpga_test/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       └── cuda_va2pa_test.c ★ 工程示例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│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└── itr_fs/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├── itrfs_drv.c        ★ GDS 使用 P2P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├── itrfs_fops.c       ★ GPU DMA 注册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└── itrfs_drv.h        GPU_PAGE_SIZE=64KB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3800000"/>
            <a:ext cx="445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6B3A"/>
                </a:solidFill>
                <a:latin typeface="微软雅黑"/>
              </a:rPr>
              <a:t>itrfs.ko 已在生产中证明：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IX GPU 显存 作为 NVMe DMA 目标 ✅ 已验证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GPU_PAGE_SIZE = 64KB（与 BaM 完全一致）✅</a:t>
            </a:r>
          </a:p>
          <a:p>
            <a:r>
              <a:rPr sz="1200" b="0">
                <a:solidFill>
                  <a:srgbClr val="1B8A4C"/>
                </a:solidFill>
                <a:latin typeface="微软雅黑"/>
              </a:rPr>
              <a:t>nvme_v1_register_nvfs_dma_ops 挂载到 NVMe 驱动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2E86C1"/>
                </a:solidFill>
                <a:latin typeface="微软雅黑"/>
              </a:rPr>
              <a:t>cuda_va2pa_test.c 证明：</a:t>
            </a:r>
          </a:p>
          <a:p>
            <a:r>
              <a:rPr sz="1200" b="0">
                <a:solidFill>
                  <a:srgbClr val="2E86C1"/>
                </a:solidFill>
                <a:latin typeface="微软雅黑"/>
              </a:rPr>
              <a:t>GPU VA → PCIe DMA 地址转换工程可行 ✅</a:t>
            </a:r>
          </a:p>
          <a:p>
            <a:r>
              <a:rPr sz="1200" b="0">
                <a:solidFill>
                  <a:srgbClr val="2E86C1"/>
                </a:solidFill>
                <a:latin typeface="微软雅黑"/>
              </a:rPr>
              <a:t>ITR_P2P_GET_PAGES_IOCTL 完整实现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0000" y="580000"/>
            <a:ext cx="6800000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0000" y="660000"/>
            <a:ext cx="6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6B3A"/>
                </a:solidFill>
                <a:latin typeface="微软雅黑"/>
              </a:rPr>
              <a:t>nvidia_p2p_* → Corex 完整映射（已确认）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0000" y="1060000"/>
            <a:ext cx="6700000" cy="560000"/>
          </a:xfrm>
          <a:prstGeom prst="rect">
            <a:avLst/>
          </a:prstGeom>
          <a:solidFill>
            <a:srgbClr val="E8F8F0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0000" y="114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nvidia_p2p_get_pages()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0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6B3A"/>
                </a:solidFill>
                <a:latin typeface="微软雅黑"/>
              </a:rPr>
              <a:t>rdma_itr_p2p_get_pages()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0000" y="1140000"/>
            <a:ext cx="8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0000" y="1190000"/>
            <a:ext cx="77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EXPORT_SYMBOL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0000" y="1630000"/>
            <a:ext cx="67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0000" y="171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nvidia_p2p_dma_map_pages()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0000" y="171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6B3A"/>
                </a:solidFill>
                <a:latin typeface="微软雅黑"/>
              </a:rPr>
              <a:t>rdma_itr_p2p_dma_map_pages()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80000" y="1710000"/>
            <a:ext cx="8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0000" y="1760000"/>
            <a:ext cx="77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EXPORT_SYMBOL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0000" y="2200000"/>
            <a:ext cx="6700000" cy="560000"/>
          </a:xfrm>
          <a:prstGeom prst="rect">
            <a:avLst/>
          </a:prstGeom>
          <a:solidFill>
            <a:srgbClr val="E8F8F0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0000" y="228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nvidia_p2p_dma_unmap_pages()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0000" y="228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6B3A"/>
                </a:solidFill>
                <a:latin typeface="微软雅黑"/>
              </a:rPr>
              <a:t>rdma_itr_p2p_dma_unmap_pages()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80000" y="2280000"/>
            <a:ext cx="8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0000" y="2330000"/>
            <a:ext cx="77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EXPORT_SYMBOL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50000" y="2770000"/>
            <a:ext cx="67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0000" y="28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nvidia_p2p_put_pages()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000" y="285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6B3A"/>
                </a:solidFill>
                <a:latin typeface="微软雅黑"/>
              </a:rPr>
              <a:t>rdma_itr_p2p_put_pages()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80000" y="2850000"/>
            <a:ext cx="8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90000" y="2900000"/>
            <a:ext cx="77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EXPORT_SYMBOL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50000" y="3340000"/>
            <a:ext cx="6700000" cy="560000"/>
          </a:xfrm>
          <a:prstGeom prst="rect">
            <a:avLst/>
          </a:prstGeom>
          <a:solidFill>
            <a:srgbClr val="E8F8F0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00000" y="342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nvidia_p2p_free_page_table()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0000" y="342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6B3A"/>
                </a:solidFill>
                <a:latin typeface="微软雅黑"/>
              </a:rPr>
              <a:t>(含在 put 内部)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0000" y="3420000"/>
            <a:ext cx="8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0000" y="3470000"/>
            <a:ext cx="77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自动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0000" y="3910000"/>
            <a:ext cx="67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00000" y="399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&lt;nv-p2p.h&gt;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0000" y="399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6B3A"/>
                </a:solidFill>
                <a:latin typeface="微软雅黑"/>
              </a:rPr>
              <a:t>kmd/itr/itr_peer_mem.h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0000" y="3990000"/>
            <a:ext cx="800000" cy="40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90000" y="4040000"/>
            <a:ext cx="77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</a:rPr>
              <a:t>本地 include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50000" y="4600000"/>
            <a:ext cx="6700000" cy="165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50000" y="4600000"/>
            <a:ext cx="15000" cy="165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0000" y="4650000"/>
            <a:ext cx="656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E5A9A"/>
                </a:solidFill>
                <a:latin typeface="Consolas"/>
              </a:rPr>
              <a:t>// libnvm_corex.ko 中的替换（~80 行工作量）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#include "itr_peer_mem.h"  // 替换 &lt;nv-p2p.h&gt;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替换 map_gpu_memory():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rdma_itr_p2p_get_pages(map-&gt;vaddr, size, &amp;ctx);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rdma_itr_p2p_dma_map_pages(nvme_pdev, &amp;sgt, ctx);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sgt 中的 sg_dma_address(sg) = NVMe PRP bus 地址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6 大适配项总览（v2.0 更新）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⑥ 已从 ❌ 升级为 ⚠️ — 路径清晰，工作量已知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5800000" cy="78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580000"/>
            <a:ext cx="380000" cy="7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00" y="660000"/>
            <a:ext cx="31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64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B8A4C"/>
                </a:solidFill>
                <a:latin typeface="微软雅黑"/>
              </a:rPr>
              <a:t>simt::atomic → cuda::atomic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10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微软雅黑"/>
              </a:rPr>
              <a:t>问题：page_cache_t/nvm_types.h/nvm_parallel_queue.h 全文 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0000" y="64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cuda/std/atomic 已验证，thread_scope_device 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0000" y="110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1 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0000" y="760000"/>
            <a:ext cx="1450000" cy="32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0000" y="790000"/>
            <a:ext cx="141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已确认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580000"/>
            <a:ext cx="5800000" cy="78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0" y="580000"/>
            <a:ext cx="380000" cy="7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0000" y="660000"/>
            <a:ext cx="31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000" y="64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B8A4C"/>
                </a:solidFill>
                <a:latin typeface="微软雅黑"/>
              </a:rPr>
              <a:t>&lt;&lt;&lt;&gt;&gt;&gt; + CUDA Runtime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0000" y="10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微软雅黑"/>
              </a:rPr>
              <a:t>问题：gids_kernel.cu kernel 调用语法
cudaMalloc/cudaMemcpy 等...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000" y="64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ixc 编译器原生支持 &lt;&lt;&lt;&gt;&gt;&gt;
mapping_cudart.h 全部 1:1 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000" y="110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30000" y="760000"/>
            <a:ext cx="1450000" cy="32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0000" y="790000"/>
            <a:ext cx="141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已确认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1375000"/>
            <a:ext cx="5800000" cy="78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0000" y="1375000"/>
            <a:ext cx="380000" cy="7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000" y="1455000"/>
            <a:ext cx="31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00" y="1435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B8A4C"/>
                </a:solidFill>
                <a:latin typeface="微软雅黑"/>
              </a:rPr>
              <a:t>cuda_err_chk 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1795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微软雅黑"/>
              </a:rPr>
              <a:t>问题：所有 .cu .cpp 文件 cuda_err_chk() 调用...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0000" y="1435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ixError_t 兼容，宏重定义即可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0000" y="1895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0.5 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0000" y="1555000"/>
            <a:ext cx="1450000" cy="32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0000" y="1585000"/>
            <a:ext cx="141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已确认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1375000"/>
            <a:ext cx="5800000" cy="78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0" y="1375000"/>
            <a:ext cx="380000" cy="78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0000" y="1455000"/>
            <a:ext cx="31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0000" y="1435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67B1E"/>
                </a:solidFill>
                <a:latin typeface="微软雅黑"/>
              </a:rPr>
              <a:t>cudaHostRegisterIoMemory
NVMe BAR → GPU 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0000" y="1795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微软雅黑"/>
              </a:rPr>
              <a:t>问题：ctrl.h Controller 构造函数
cudaHostRegister(mm_ptr, Io...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0000" y="1435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ixHostRegisterIoMemory=0x04 已声明
ixHostRegister/GetDevicePointer 已有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000" y="1895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B1E"/>
                </a:solidFill>
                <a:latin typeface="微软雅黑"/>
              </a:rPr>
              <a:t>⏱ 3 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30000" y="1555000"/>
            <a:ext cx="1450000" cy="32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0000" y="1585000"/>
            <a:ext cx="141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⚠️ API存在,需测试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000" y="2170000"/>
            <a:ext cx="5800000" cy="78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0000" y="2170000"/>
            <a:ext cx="380000" cy="7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0000" y="2250000"/>
            <a:ext cx="31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000" y="223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B8A4C"/>
                </a:solidFill>
                <a:latin typeface="微软雅黑"/>
              </a:rPr>
              <a:t>libnvm.ko Part A+B
(NVMe BAR+主机DMA)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000" y="259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微软雅黑"/>
              </a:rPr>
              <a:t>问题：module/pci.c mmap_registers()
无 NVIDIA 依赖...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70000" y="223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纯 Linux PCI API
去掉 -D_CUDA 直接编译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70000" y="269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8A4C"/>
                </a:solidFill>
                <a:latin typeface="微软雅黑"/>
              </a:rPr>
              <a:t>⏱ 2 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0000" y="2350000"/>
            <a:ext cx="1450000" cy="32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50000" y="2380000"/>
            <a:ext cx="141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✅ 纯Linux,直接编译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0000" y="2170000"/>
            <a:ext cx="5800000" cy="78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0" y="2170000"/>
            <a:ext cx="380000" cy="78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90000" y="2250000"/>
            <a:ext cx="31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⑥
升级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0000" y="2230000"/>
            <a:ext cx="22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67B1E"/>
                </a:solidFill>
                <a:latin typeface="微软雅黑"/>
              </a:rPr>
              <a:t>libnvm.ko GPU DMA注册
(原 #ifdef _CUDA)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00000" y="259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微软雅黑"/>
              </a:rPr>
              <a:t>问题：nvidia_p2p_get_pages()
nvidia_p2p_dma_map_pages()
...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0000" y="2230000"/>
            <a:ext cx="2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微软雅黑"/>
              </a:rPr>
              <a:t>★ KMD 分析确认：1:1 替换路径
rdma_itr_p2p_get/dma_map_pages()
itrfs.ko 已生产验证链路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0000" y="269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B1E"/>
                </a:solidFill>
                <a:latin typeface="微软雅黑"/>
              </a:rPr>
              <a:t>⏱ 1 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30000" y="2350000"/>
            <a:ext cx="1450000" cy="32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50000" y="2380000"/>
            <a:ext cx="141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⚠️ 路径清晰,待实现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适配项 ⑥ 实现 — nvidia_p2p_* → rdma_itr_p2p_*（详细代码）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Direct 1:1 replacement, ~80 lines of kernel code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5600000" cy="590000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60000"/>
            <a:ext cx="5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微软雅黑"/>
              </a:rPr>
              <a:t>BaM libnvm.ko 原始（NVIDIA）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020000"/>
            <a:ext cx="5600000" cy="530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00" y="1020000"/>
            <a:ext cx="15000" cy="53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0" y="1070000"/>
            <a:ext cx="546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E5A9A"/>
                </a:solidFill>
                <a:latin typeface="Consolas"/>
              </a:rPr>
              <a:t>// module/map.c  #ifdef _CUDA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#include &lt;nv-p2p.h&gt;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#define GPU_PAGE_SIZE (1UL &lt;&lt; 16)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struct gpu_region {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nvidia_p2p_page_table_t *pages;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nvidia_p2p_dma_mapping_t **mappings;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};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static int map_gpu_memory(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struct map *map,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struct list *ctrl_list)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{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struct gpu_region *gd = kmalloc(...);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// 1. 锁定 GPU 物理页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err = nvidia_p2p_get_pages(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0, 0,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map-&gt;vaddr,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GPU_PAGE_SIZE * map-&gt;n_addrs,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&amp;gd-&gt;pages,          // 输出 page table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force_release_cb,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map);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// 2. 为每个 NVMe 控制器 DMA 映射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nvidia_p2p_dma_map_pages(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ctrl-&gt;pdev,          // NVMe PCIe device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gd-&gt;pages,           // GPU page table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gd-&gt;mappings + j);   // 输出 DMA mapping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// 3. 填充 NVMe PRP bus 地址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map-&gt;addrs[i] =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gd-&gt;mappings[0]-&gt;dma_addresses[i];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}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释放：nvidia_p2p_dma_unmap_pages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       nvidia_p2p_put_pages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       nvidia_p2p_free_page_table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0000" y="580000"/>
            <a:ext cx="5700000" cy="5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0" y="660000"/>
            <a:ext cx="5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6B3A"/>
                </a:solidFill>
                <a:latin typeface="微软雅黑"/>
              </a:rPr>
              <a:t>Corex libnvm_corex.ko 替换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0000" y="1020000"/>
            <a:ext cx="5750000" cy="530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0000" y="1020000"/>
            <a:ext cx="15000" cy="530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0000" y="1070000"/>
            <a:ext cx="561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E5A9A"/>
                </a:solidFill>
                <a:latin typeface="Consolas"/>
              </a:rPr>
              <a:t>// module/map_corex.c  #ifdef _COREX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来自 kmd/itr/itr_peer_mem.h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extern int rdma_itr_p2p_get_pages(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unsigned long addr, size_t size,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void **ctx);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extern int rdma_itr_p2p_dma_map_pages(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struct device *dma_device,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void *sg_head, void *ctx);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extern void rdma_itr_p2p_put_pages(void *ctx);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struct gpu_region_corex {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void *ctx;           // itr_peer_mem_ctx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struct sg_table sgt; // DMA 地址列表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};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static int map_gpu_memory_corex(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struct map *map,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struct pci_dev *nvme_pdev)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{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struct gpu_region_corex *gd = kmalloc(...);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// 1. 锁定 GPU 物理页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err = rdma_itr_p2p_get_pages(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(unsigned long)map-&gt;vaddr,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map-&gt;n_addrs * GPU_PAGE_SIZE,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&amp;gd-&gt;ctx);  // 输出 itr_peer_mem_ctx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// 2. DMA 映射到 NVMe 控制器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err = rdma_itr_p2p_dma_map_pages(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&amp;nvme_pdev-&gt;dev,  // NVMe PCIe device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&amp;gd-&gt;sgt,         // 输出 sg_table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gd-&gt;ctx);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/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// 3. 填充 NVMe PRP bus 地址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for_each_sg(gd-&gt;sgt.sgl, sg, nents, i)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        map-&gt;addrs[i] = sg_dma_address(sg);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}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释放：rdma_itr_p2p_dma_unmap_pages</a:t>
            </a:r>
          </a:p>
          <a:p>
            <a:r>
              <a:rPr sz="1000" b="0">
                <a:solidFill>
                  <a:srgbClr val="1E5A9A"/>
                </a:solidFill>
                <a:latin typeface="Consolas"/>
              </a:rPr>
              <a:t>//        rdma_itr_p2p_put_pages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itrfs.ko 生产验证 — IX GPU→NVMe DMA 链路已实际运行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GDS (GPU Direct Storage) on Corex proves the hardware path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580000"/>
            <a:ext cx="11491365" cy="5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0000"/>
            <a:ext cx="111913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itrfs.ko 是 Corex 的 GDS（GPU Direct Storage）驱动，其运行证明以下硬件链路在 IX GPU 上已验证可用：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0000" y="1200000"/>
            <a:ext cx="4500000" cy="7500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000" y="1280000"/>
            <a:ext cx="140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Python/CUDA
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0000" y="135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cuFileRead(fd, gpu_buf, size)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000" y="1950000"/>
            <a:ext cx="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86C1"/>
                </a:solidFill>
                <a:latin typeface="微软雅黑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0000" y="2300000"/>
            <a:ext cx="4500000" cy="750000"/>
          </a:xfrm>
          <a:prstGeom prst="rect">
            <a:avLst/>
          </a:prstGeom>
          <a:solidFill>
            <a:srgbClr val="E8F6FD"/>
          </a:solidFill>
          <a:ln w="2540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000" y="2380000"/>
            <a:ext cx="140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9A"/>
                </a:solidFill>
                <a:latin typeface="微软雅黑"/>
              </a:rPr>
              <a:t>itrfs.ko
ioctl 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0000" y="245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ITRFS_READ_IOCTL(fd, dva=gpu_va)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0000" y="3050000"/>
            <a:ext cx="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7A9A"/>
                </a:solidFill>
                <a:latin typeface="微软雅黑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0000" y="3400000"/>
            <a:ext cx="4500000" cy="75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000" y="3480000"/>
            <a:ext cx="140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7B1E"/>
                </a:solidFill>
                <a:latin typeface="微软雅黑"/>
              </a:rPr>
              <a:t>itr_p2p
GPU 页锁定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0000" y="355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itr_p2p_get_dev_pages(bdf, gpu_va, size)
→ GPU 物理页 bus 地址列表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000" y="4150000"/>
            <a:ext cx="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67B1E"/>
                </a:solidFill>
                <a:latin typeface="微软雅黑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0000" y="4500000"/>
            <a:ext cx="4500000" cy="75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4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000" y="4580000"/>
            <a:ext cx="140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6B3A"/>
                </a:solidFill>
                <a:latin typeface="微软雅黑"/>
              </a:rPr>
              <a:t>NVMe 驱动
DMA 读取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0000" y="465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nvme_submit_io(prp_list=gpu_bus_addrs)
→ NVMe DMA 直写 IX GPU 显存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0000" y="1100000"/>
            <a:ext cx="5350000" cy="420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0000" y="1200000"/>
            <a:ext cx="5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6B3A"/>
                </a:solidFill>
                <a:latin typeface="微软雅黑"/>
              </a:rPr>
              <a:t>itrfs.ko 对 bam_ptr 适配的意义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0000" y="1600000"/>
            <a:ext cx="51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6B3A"/>
                </a:solidFill>
                <a:latin typeface="微软雅黑"/>
              </a:rPr>
              <a:t>证明 1：GPU 显存可作 NVMe DMA 目标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itrfs 每次 GDS 读取都在执行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IX GPU 显存 → NVMe DMA 写入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ITRFS_GPU_PAGE_SIZE = 64KB = BaM GPU_PAGE_SIZE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146B3A"/>
                </a:solidFill>
                <a:latin typeface="微软雅黑"/>
              </a:rPr>
              <a:t>证明 2：P2P API 链路已实际工作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itrfs 初始化成功加载 itr_p2p_get_dev_pages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每次 GPU DMA 读取都调用此 API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无 GPU DMA 注册的运行时问题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146B3A"/>
                </a:solidFill>
                <a:latin typeface="微软雅黑"/>
              </a:rPr>
              <a:t>证明 3：工程实例完整可用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cuda_va2pa_test.c — 完整用户态示例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itr_gds_test.c — 端到端 GDS 功能测试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可直接作为 libnvm_corex.ko 的参考 ✅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r>
              <a:rPr sz="1300" b="1">
                <a:solidFill>
                  <a:srgbClr val="0D1F35"/>
                </a:solidFill>
                <a:latin typeface="微软雅黑"/>
              </a:rPr>
              <a:t>BaM vs itrfs 的方向对比：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itrfs:  NVMe → GPU（GDS 读取）</a:t>
            </a:r>
          </a:p>
          <a:p>
            <a:r>
              <a:rPr sz="1100" b="0">
                <a:solidFill>
                  <a:srgbClr val="4A5A6A"/>
                </a:solidFill>
                <a:latin typeface="微软雅黑"/>
              </a:rPr>
              <a:t>bam_ptr: GPU → NVMe（GPU DMA + 门铃）</a:t>
            </a:r>
          </a:p>
          <a:p>
            <a:r>
              <a:rPr sz="1100" b="0">
                <a:solidFill>
                  <a:srgbClr val="1B8A4C"/>
                </a:solidFill>
                <a:latin typeface="微软雅黑"/>
              </a:rPr>
              <a:t>GPU DMA 子链路完全一致，反向已验证 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000" y="5620000"/>
            <a:ext cx="11491365" cy="72000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00" y="5680000"/>
            <a:ext cx="112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6B3A"/>
                </a:solidFill>
                <a:latin typeface="微软雅黑"/>
              </a:rPr>
              <a:t>★ 结论：itrfs.ko 的生产运行是 bam_ptr 适配可行性最强的硬件验证。适配项 ⑥ 从「方向不确定」升级为「实现路径清晰」。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5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5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"/>
            <a:ext cx="11391365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更新后工作计划 — 基于 KMD 分析结论优化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395000"/>
            <a:ext cx="11391365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A"/>
                </a:solidFill>
                <a:latin typeface="微软雅黑"/>
              </a:rPr>
              <a:t>Revised timeline — Gate 1 is now faster, Phase 2 has clear code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580000"/>
            <a:ext cx="90000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000" y="640000"/>
            <a:ext cx="87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000" y="580000"/>
            <a:ext cx="178856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0000" y="620000"/>
            <a:ext cx="1738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D1-3
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8560" y="580000"/>
            <a:ext cx="178856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8560" y="620000"/>
            <a:ext cx="1738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W1
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7120" y="580000"/>
            <a:ext cx="178856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7120" y="620000"/>
            <a:ext cx="1738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W2
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680" y="580000"/>
            <a:ext cx="178856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5680" y="620000"/>
            <a:ext cx="1738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W3
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4240" y="580000"/>
            <a:ext cx="178856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240" y="620000"/>
            <a:ext cx="1738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W4
功能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72800" y="580000"/>
            <a:ext cx="1788560" cy="3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2800" y="620000"/>
            <a:ext cx="1738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W5-6
性能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000" y="1000000"/>
            <a:ext cx="900000" cy="7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000" y="1090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000" y="1070000"/>
            <a:ext cx="1783560" cy="5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0000" y="1130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① simt→cuda + ② &lt;&lt;&lt;&gt;&gt;&gt;（无修改）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0000" y="1728000"/>
            <a:ext cx="9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000" y="1818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000" y="1798000"/>
            <a:ext cx="1783560" cy="5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30000" y="1858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③ cuda_err_chk 宏 + ⑤ libnvm.ko A+B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0000" y="2456000"/>
            <a:ext cx="900000" cy="7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0000" y="2546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000" y="2526000"/>
            <a:ext cx="3582120" cy="58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30000" y="2586000"/>
            <a:ext cx="34821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④ test_io_memory.cu 验证 IoMemory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0000" y="3184000"/>
            <a:ext cx="9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0000" y="3274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78560" y="3254000"/>
            <a:ext cx="3582120" cy="58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28560" y="3314000"/>
            <a:ext cx="34821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⑥ libnvm_corex_map.c 实现（rdma_itr_p2p_*）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0000" y="3912000"/>
            <a:ext cx="900000" cy="7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000" y="4002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78560" y="3982000"/>
            <a:ext cx="1783560" cy="5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8560" y="4042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BaM ixc 编译 + Controller 初始化测试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0000" y="4640000"/>
            <a:ext cx="9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000" y="4730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77120" y="4710000"/>
            <a:ext cx="1783560" cy="58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27120" y="4770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libnvm_corex.ko 链接 iluvatar.ko 符号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0000" y="5368000"/>
            <a:ext cx="900000" cy="7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0000" y="5458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680" y="5438000"/>
            <a:ext cx="1783560" cy="58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5680" y="5498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Controller 端到端 NVMe 初始化测试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0000" y="6096000"/>
            <a:ext cx="9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0000" y="6186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680" y="6166000"/>
            <a:ext cx="1783560" cy="58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5680" y="6226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bam_ptr 单次 NVMe 读取正确性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000" y="6824000"/>
            <a:ext cx="900000" cy="7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0000" y="6914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74240" y="6894000"/>
            <a:ext cx="1783560" cy="5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4240" y="6954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page_cache_t 并发压力测试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000" y="7552000"/>
            <a:ext cx="90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0000" y="7642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4240" y="7622000"/>
            <a:ext cx="1783560" cy="580000"/>
          </a:xfrm>
          <a:prstGeom prst="rect">
            <a:avLst/>
          </a:prstGeom>
          <a:solidFill>
            <a:srgbClr val="1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24240" y="7682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gids_kernel 集成 + Python 端到端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0000" y="8280000"/>
            <a:ext cx="900000" cy="720000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0000" y="8370000"/>
            <a:ext cx="8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A9BAA"/>
                </a:solidFill>
                <a:latin typeface="微软雅黑"/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72800" y="8350000"/>
            <a:ext cx="1783560" cy="58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22800" y="8410000"/>
            <a:ext cx="168356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吞吐量基准（vs cuFile）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2000"/>
            <a:ext cx="12191365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350000"/>
            <a:ext cx="113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总结（v2.0）— KMD 分析后的可行性判断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1150000"/>
            <a:ext cx="11391365" cy="118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1150000"/>
            <a:ext cx="30000" cy="11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000" y="125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8A4C"/>
                </a:solidFill>
                <a:latin typeface="微软雅黑"/>
              </a:rPr>
              <a:t>★ 新发现：适配项 ⑥ 已有明确路径（原为最大未知项）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1710000"/>
            <a:ext cx="1109136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CE0"/>
                </a:solidFill>
                <a:latin typeface="微软雅黑"/>
              </a:rPr>
              <a:t>kmd/itr_p2p.c EXPORT_SYMBOL_GPL + itrfs.ko 生产验证 → rdma_itr_p2p_* 1:1 替换 nv-p2p.h，约 80 行代码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2430000"/>
            <a:ext cx="11391365" cy="118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1B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00" y="2430000"/>
            <a:ext cx="30000" cy="1180000"/>
          </a:xfrm>
          <a:prstGeom prst="rect">
            <a:avLst/>
          </a:prstGeom>
          <a:solidFill>
            <a:srgbClr val="1B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000" y="253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8A4C"/>
                </a:solidFill>
                <a:latin typeface="微软雅黑"/>
              </a:rPr>
              <a:t>✅ 5/6 适配项已确认可行或路径清晰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00" y="2990000"/>
            <a:ext cx="1109136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CE0"/>
                </a:solidFill>
                <a:latin typeface="微软雅黑"/>
              </a:rPr>
              <a:t>①②③⑤ 当日可完成；⑥ libnvm_corex_map.c 约 1 周工程量；仅 ④ IoMemory 需运行时验证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3710000"/>
            <a:ext cx="11391365" cy="118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D6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000" y="3710000"/>
            <a:ext cx="30000" cy="1180000"/>
          </a:xfrm>
          <a:prstGeom prst="rect">
            <a:avLst/>
          </a:prstGeom>
          <a:solidFill>
            <a:srgbClr val="D6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000" y="381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7B1E"/>
                </a:solidFill>
                <a:latin typeface="微软雅黑"/>
              </a:rPr>
              <a:t>⚠️ 唯一不确定项：ixHostRegisterIoMemory 运行时行为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000" y="4270000"/>
            <a:ext cx="1109136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CE0"/>
                </a:solidFill>
                <a:latin typeface="微软雅黑"/>
              </a:rPr>
              <a:t>API 已声明（driver_types.h:0x04），test_io_memory.cu 可在 D1~D3 得到明确答案；有 itr_xfer_dma_map_resource 备用路径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4990000"/>
            <a:ext cx="11391365" cy="1180000"/>
          </a:xfrm>
          <a:prstGeom prst="rect">
            <a:avLst/>
          </a:prstGeom>
          <a:solidFill>
            <a:srgbClr val="122840"/>
          </a:solidFill>
          <a:ln w="31750">
            <a:solidFill>
              <a:srgbClr val="1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000" y="4990000"/>
            <a:ext cx="30000" cy="1180000"/>
          </a:xfrm>
          <a:prstGeom prst="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000" y="5090000"/>
            <a:ext cx="1109136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9A"/>
                </a:solidFill>
                <a:latin typeface="微软雅黑"/>
              </a:rPr>
              <a:t>🎯 总工期估算：4~5 周完成核心适配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000" y="5550000"/>
            <a:ext cx="1109136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CE0"/>
                </a:solidFill>
                <a:latin typeface="微软雅黑"/>
              </a:rPr>
              <a:t>D1-3 验证 → W1-2 模块编译 → W3-4 端到端功能验证 → W5-6 性能优化。有 cuFile 路线作并行保底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00" y="6480000"/>
            <a:ext cx="113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A6A9A"/>
                </a:solidFill>
                <a:latin typeface="微软雅黑"/>
              </a:rPr>
              <a:t>KMD 源码：kmd/itr_p2p.c + kmd/itr_peer_mem/ + kmd/itr_fs/  |  文档目录：/root/bam_ptr_corex/  |  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